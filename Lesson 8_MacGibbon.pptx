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0" r:id="rId4"/>
    <p:sldId id="261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Gibbon, James E CPT" userId="dd281990-06be-4864-a5ca-d37fc3f7f2de" providerId="ADAL" clId="{B0C57FAC-5E93-4CE8-BD25-BF185EE8D177}"/>
    <pc:docChg chg="addSld modSld">
      <pc:chgData name="MacGibbon, James E CPT" userId="dd281990-06be-4864-a5ca-d37fc3f7f2de" providerId="ADAL" clId="{B0C57FAC-5E93-4CE8-BD25-BF185EE8D177}" dt="2022-01-27T11:51:41.535" v="195" actId="20577"/>
      <pc:docMkLst>
        <pc:docMk/>
      </pc:docMkLst>
      <pc:sldChg chg="modSp new mod">
        <pc:chgData name="MacGibbon, James E CPT" userId="dd281990-06be-4864-a5ca-d37fc3f7f2de" providerId="ADAL" clId="{B0C57FAC-5E93-4CE8-BD25-BF185EE8D177}" dt="2022-01-27T11:51:41.535" v="195" actId="20577"/>
        <pc:sldMkLst>
          <pc:docMk/>
          <pc:sldMk cId="4119953279" sldId="261"/>
        </pc:sldMkLst>
        <pc:spChg chg="mod">
          <ac:chgData name="MacGibbon, James E CPT" userId="dd281990-06be-4864-a5ca-d37fc3f7f2de" providerId="ADAL" clId="{B0C57FAC-5E93-4CE8-BD25-BF185EE8D177}" dt="2022-01-27T11:47:41.110" v="15" actId="20577"/>
          <ac:spMkLst>
            <pc:docMk/>
            <pc:sldMk cId="4119953279" sldId="261"/>
            <ac:spMk id="2" creationId="{2D6D8843-B773-4004-AD12-328775EEDFE5}"/>
          </ac:spMkLst>
        </pc:spChg>
        <pc:spChg chg="mod">
          <ac:chgData name="MacGibbon, James E CPT" userId="dd281990-06be-4864-a5ca-d37fc3f7f2de" providerId="ADAL" clId="{B0C57FAC-5E93-4CE8-BD25-BF185EE8D177}" dt="2022-01-27T11:51:41.535" v="195" actId="20577"/>
          <ac:spMkLst>
            <pc:docMk/>
            <pc:sldMk cId="4119953279" sldId="261"/>
            <ac:spMk id="3" creationId="{E657F65D-265B-469D-9649-1B20BE804F0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DBA5D-5DA4-4978-B542-E2005D68C035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4F6497-923B-41F0-B9BB-DAA7846B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88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9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96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1/27/2022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9702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Lesson 8</a:t>
            </a:r>
            <a:r>
              <a:rPr lang="en-US" sz="4800" dirty="0">
                <a:ea typeface="Roboto" panose="02000000000000000000" pitchFamily="2" charset="0"/>
              </a:rPr>
              <a:t>: R and </a:t>
            </a:r>
            <a:r>
              <a:rPr lang="en-US" sz="4800" dirty="0" err="1">
                <a:ea typeface="Roboto" panose="02000000000000000000" pitchFamily="2" charset="0"/>
              </a:rPr>
              <a:t>Rstudio</a:t>
            </a:r>
            <a:r>
              <a:rPr lang="en-US" sz="4800" dirty="0">
                <a:ea typeface="Roboto" panose="02000000000000000000" pitchFamily="2" charset="0"/>
              </a:rPr>
              <a:t> Basics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49826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CPT James MacGibbon- DSE- Instructor</a:t>
            </a:r>
          </a:p>
        </p:txBody>
      </p:sp>
    </p:spTree>
    <p:extLst>
      <p:ext uri="{BB962C8B-B14F-4D97-AF65-F5344CB8AC3E}">
        <p14:creationId xmlns:p14="http://schemas.microsoft.com/office/powerpoint/2010/main" val="385936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Objectives:</a:t>
            </a:r>
          </a:p>
          <a:p>
            <a:pPr marL="971550" lvl="1" indent="-514350">
              <a:buAutoNum type="arabicPeriod"/>
            </a:pPr>
            <a:r>
              <a:rPr lang="en-US" sz="2800" dirty="0"/>
              <a:t>Be able to identify and use the </a:t>
            </a:r>
            <a:r>
              <a:rPr lang="en-US" sz="2800" dirty="0" err="1"/>
              <a:t>Rstudio</a:t>
            </a:r>
            <a:r>
              <a:rPr lang="en-US" sz="2800" dirty="0"/>
              <a:t> IDE</a:t>
            </a:r>
          </a:p>
          <a:p>
            <a:pPr marL="971550" lvl="1" indent="-514350">
              <a:buAutoNum type="arabicPeriod"/>
            </a:pPr>
            <a:r>
              <a:rPr lang="en-US" sz="2800" dirty="0"/>
              <a:t>Calculate simple math problems with R</a:t>
            </a:r>
          </a:p>
          <a:p>
            <a:pPr marL="971550" lvl="1" indent="-514350">
              <a:buAutoNum type="arabicPeriod"/>
            </a:pPr>
            <a:r>
              <a:rPr lang="en-US" sz="2800" dirty="0"/>
              <a:t>Create an account, start a project, and learn basics of RStudio Cloud</a:t>
            </a:r>
          </a:p>
          <a:p>
            <a:pPr marL="971550" lvl="1" indent="-514350">
              <a:buAutoNum type="arabicPeriod"/>
            </a:pPr>
            <a:r>
              <a:rPr lang="en-US" sz="2800" dirty="0"/>
              <a:t>Understand what “the cloud” is and how you can use it</a:t>
            </a:r>
          </a:p>
          <a:p>
            <a:pPr marL="971550" lvl="1" indent="-514350">
              <a:buAutoNum type="arabicPeriod"/>
            </a:pPr>
            <a:r>
              <a:rPr lang="en-US" sz="2800" dirty="0"/>
              <a:t>Know the strengths and weaknesses of cloud vs. local development"</a:t>
            </a:r>
          </a:p>
        </p:txBody>
      </p:sp>
    </p:spTree>
    <p:extLst>
      <p:ext uri="{BB962C8B-B14F-4D97-AF65-F5344CB8AC3E}">
        <p14:creationId xmlns:p14="http://schemas.microsoft.com/office/powerpoint/2010/main" val="2295734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F5A6-B523-416C-9C76-B6F9E3B1C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3A3B3-AAEA-4BE3-96E5-976C5F96A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Posted in </a:t>
            </a:r>
            <a:r>
              <a:rPr lang="en-US" dirty="0" err="1"/>
              <a:t>Rstudio</a:t>
            </a:r>
            <a:r>
              <a:rPr lang="en-US" dirty="0"/>
              <a:t> Cloud Workspace</a:t>
            </a:r>
          </a:p>
          <a:p>
            <a:r>
              <a:rPr lang="en-US" dirty="0"/>
              <a:t>Due 24 FEB, NLT 1600</a:t>
            </a:r>
          </a:p>
        </p:txBody>
      </p:sp>
    </p:spTree>
    <p:extLst>
      <p:ext uri="{BB962C8B-B14F-4D97-AF65-F5344CB8AC3E}">
        <p14:creationId xmlns:p14="http://schemas.microsoft.com/office/powerpoint/2010/main" val="3649165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8843-B773-4004-AD12-328775EED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7F65D-265B-469D-9649-1B20BE804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string of multiple, connected computers</a:t>
            </a:r>
          </a:p>
          <a:p>
            <a:r>
              <a:rPr lang="en-US" dirty="0"/>
              <a:t>In your own words, describe what cloud computing is.</a:t>
            </a:r>
          </a:p>
          <a:p>
            <a:r>
              <a:rPr lang="en-US" dirty="0"/>
              <a:t>What are the benefits of cloud computing? What are the drawbacks?</a:t>
            </a:r>
          </a:p>
          <a:p>
            <a:pPr lvl="1"/>
            <a:r>
              <a:rPr lang="en-US" dirty="0"/>
              <a:t>On demand, broad access, pools resources, a measured service, </a:t>
            </a:r>
            <a:r>
              <a:rPr lang="en-US"/>
              <a:t>rapidly scaled</a:t>
            </a:r>
            <a:endParaRPr lang="en-US" dirty="0"/>
          </a:p>
          <a:p>
            <a:pPr lvl="1"/>
            <a:r>
              <a:rPr lang="en-US" dirty="0"/>
              <a:t>Requires internet, slower downloads, security</a:t>
            </a:r>
          </a:p>
        </p:txBody>
      </p:sp>
    </p:spTree>
    <p:extLst>
      <p:ext uri="{BB962C8B-B14F-4D97-AF65-F5344CB8AC3E}">
        <p14:creationId xmlns:p14="http://schemas.microsoft.com/office/powerpoint/2010/main" val="411995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Time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5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7"/>
            <a:ext cx="11246547" cy="5739725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Lesson 9- Operators, </a:t>
            </a:r>
            <a:r>
              <a:rPr lang="en-US" sz="3200" dirty="0" err="1"/>
              <a:t>Logicals</a:t>
            </a:r>
            <a:r>
              <a:rPr lang="en-US" sz="3200" dirty="0"/>
              <a:t>, and Matrices</a:t>
            </a:r>
          </a:p>
          <a:p>
            <a:pPr marL="300038" lvl="1" indent="0">
              <a:buNone/>
            </a:pPr>
            <a:r>
              <a:rPr lang="en-US" sz="2900" dirty="0"/>
              <a:t>	1. Define and use variables within the R environment</a:t>
            </a:r>
          </a:p>
          <a:p>
            <a:pPr marL="300038" lvl="1" indent="0">
              <a:buNone/>
            </a:pPr>
            <a:r>
              <a:rPr lang="en-US" sz="2900" dirty="0"/>
              <a:t>	2. Determine a variable’s basic data type</a:t>
            </a:r>
          </a:p>
          <a:p>
            <a:pPr marL="300038" lvl="1" indent="0">
              <a:buNone/>
            </a:pPr>
            <a:r>
              <a:rPr lang="en-US" sz="2900" dirty="0"/>
              <a:t>	3. Create, name, and manipulate matrices</a:t>
            </a:r>
          </a:p>
          <a:p>
            <a:pPr marL="300038" lvl="1" indent="0">
              <a:buNone/>
            </a:pPr>
            <a:endParaRPr lang="en-US" sz="2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Watch your videos!</a:t>
            </a:r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13729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9F96ABBCDFA04DB6123AB6A6DD08D0" ma:contentTypeVersion="12" ma:contentTypeDescription="Create a new document." ma:contentTypeScope="" ma:versionID="ca3113280bb2957c2296a5c9010bae99">
  <xsd:schema xmlns:xsd="http://www.w3.org/2001/XMLSchema" xmlns:xs="http://www.w3.org/2001/XMLSchema" xmlns:p="http://schemas.microsoft.com/office/2006/metadata/properties" xmlns:ns2="6551d9d5-e9f6-4960-ab8e-c1406d75648e" xmlns:ns3="9b01faea-81f9-434f-a18b-cfa3216b46b7" targetNamespace="http://schemas.microsoft.com/office/2006/metadata/properties" ma:root="true" ma:fieldsID="c8c9c254b0352230e85d585b4e1aaaff" ns2:_="" ns3:_="">
    <xsd:import namespace="6551d9d5-e9f6-4960-ab8e-c1406d75648e"/>
    <xsd:import namespace="9b01faea-81f9-434f-a18b-cfa3216b46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51d9d5-e9f6-4960-ab8e-c1406d7564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1faea-81f9-434f-a18b-cfa3216b46b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F509005-F8F1-48EE-BC55-6ED87675518A}"/>
</file>

<file path=customXml/itemProps2.xml><?xml version="1.0" encoding="utf-8"?>
<ds:datastoreItem xmlns:ds="http://schemas.openxmlformats.org/officeDocument/2006/customXml" ds:itemID="{32BE3D37-C97C-42E0-A09D-D71F02321B54}"/>
</file>

<file path=customXml/itemProps3.xml><?xml version="1.0" encoding="utf-8"?>
<ds:datastoreItem xmlns:ds="http://schemas.openxmlformats.org/officeDocument/2006/customXml" ds:itemID="{126B2A7C-C658-42D5-86C7-0DBB4CF74201}"/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192</Words>
  <Application>Microsoft Office PowerPoint</Application>
  <PresentationFormat>Widescreen</PresentationFormat>
  <Paragraphs>32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Roboto</vt:lpstr>
      <vt:lpstr>Office Theme</vt:lpstr>
      <vt:lpstr>Lesson 8: R and Rstudio Basics</vt:lpstr>
      <vt:lpstr>Today</vt:lpstr>
      <vt:lpstr>Problem Set 2</vt:lpstr>
      <vt:lpstr>Cloud Computing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8: R and Rstudio Basics</dc:title>
  <dc:creator>MacGibbon, James E CPT</dc:creator>
  <cp:lastModifiedBy>MacGibbon, James E CPT</cp:lastModifiedBy>
  <cp:revision>1</cp:revision>
  <dcterms:created xsi:type="dcterms:W3CDTF">2022-01-27T11:41:35Z</dcterms:created>
  <dcterms:modified xsi:type="dcterms:W3CDTF">2022-01-27T11:51:56Z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0x0101009A9F96ABBCDFA04DB6123AB6A6DD08D0</vt:lpwstr>
  </property>
</Properties>
</file>